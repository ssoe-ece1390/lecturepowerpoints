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8" r:id="rId2"/>
    <p:sldId id="262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35"/>
    <p:restoredTop sz="94702"/>
  </p:normalViewPr>
  <p:slideViewPr>
    <p:cSldViewPr snapToGrid="0">
      <p:cViewPr varScale="1">
        <p:scale>
          <a:sx n="36" d="100"/>
          <a:sy n="36" d="100"/>
        </p:scale>
        <p:origin x="224" y="1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0C249-CFF4-8549-9C1D-83533EF6B8ED}" type="datetimeFigureOut">
              <a:rPr lang="en-US" smtClean="0"/>
              <a:t>7/14/24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9E587-C2E9-8941-8108-1A76FC0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6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64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C13D-C485-B9D3-99EA-D80E4E9A9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D7B23-2526-2A0B-6932-F92267ADD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4BDB-E7E5-9910-C3EE-41DBC544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3192-56E2-5809-7472-0D7F875D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67CD-EF3F-F857-D34F-777CACF3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4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7195-1EBD-7BCB-3B5A-91AACBD3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9648-3F9A-316C-87DB-7EE7798CA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FCF31-6117-AB6E-42EC-0CB56F2D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4C68E-F23A-A75B-5E8F-82B7E0135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7C07-39A5-0102-8B7C-D54FFEE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5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FBF1-3B26-85B7-5B23-196D6D7A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F26AA-12EA-8ABD-6EFD-D08F49B2D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98597-67E3-8944-18DE-66DCE81A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4062-2D0B-BCFF-2512-CEB2B699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9974-00DC-799D-5A39-8C4455F5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66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502-6CAF-3BF5-BD6B-065D6AAC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D2C5-EA3F-B247-6115-694CB50A2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6E22-BDC4-EA3F-0157-4E70E0CA8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55765-826E-C08A-B1AE-7D0450E7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0ED42-71C9-96FD-9AC7-BBBB1E80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98970-A713-3810-1656-9A497405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9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EFE3-7F3D-1B88-EFDA-38CEB249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9FB26-F14D-71C1-7811-FFF97C32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A1E4B-1C15-4FB7-4E18-041EB41BC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C11D1-5A46-1743-FF30-5B7AA7714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9A520-D677-A0EC-79D6-F04D6C484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3BA99-897A-0500-AE48-09E7B8C2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3C3F4-F2F2-C2AF-D951-2143C2AC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81BF2-C18C-5BCE-8867-97369A7E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6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803A-82FE-540F-04AD-04E5BC92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AE2E6-A597-C016-7335-DDE3857C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6C399-5561-EB63-F9FA-82FD2E4F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7DC75-D761-8046-6EA3-3C54C660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4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F3204-AE45-9D32-CF50-26F1909D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D95A8-B2D5-EADB-1C47-FFB19260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0A1BD-7287-A602-D01E-2E738D41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8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E0CD-2F46-6818-C3F0-CCADAB2C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DD57-4C79-D6D0-FB66-51CEFBAD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B58AD-4B41-DA2A-70C5-3099BAA4B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3F0C8-41B5-BA77-0536-8BA68ED0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776A6-8636-3E77-9BE8-DADC09DB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6611F-C2E8-BD14-00A5-38A56CB2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7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ACF2-120D-5B4B-92E9-D6DDDB6E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34234-27D3-8B30-B909-03E904DB2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F481E-39C7-E276-5FEC-6132C3F16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7F9A7-9755-B9B9-95CC-5F76F16D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77145-B00A-818B-C157-539D3396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9EE6A-0692-79C1-4E2E-81960BE4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7BE6-9453-29ED-002A-FEE3A328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68097-9D96-7737-81FC-C8D04570D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4BA2E-E4E4-9C71-BA90-B81529C5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99529-4F7C-0023-1CBA-378E4F29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889C-7082-9C58-C006-A02D0F0E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CA38A-5858-C061-82D2-23AB59B0E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AB83F-1485-4E39-161D-4AD3FF883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C601-0843-EE91-EFA1-39AC6035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9449-2C62-2B36-2F54-8C14C84F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EBC43-AC1F-1AFF-9D37-9D0514CA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1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BBABD-0DF4-6ADE-361D-4FAE2F6C4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65B5A-9A96-CA1E-DE77-1E1269C1B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0F49-17FE-CF85-22D1-CF2C47733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9B49C-C8FD-4344-8CD3-ED4C91409D68}" type="datetimeFigureOut">
              <a:rPr lang="en-US" smtClean="0"/>
              <a:t>7/14/24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5ABE4-2438-57F3-F77E-B272A49E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F92FD-D28C-396F-E86B-DDBB7E4D4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9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rxiv.org/abs/2109.07161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>
            <a:extLst>
              <a:ext uri="{FF2B5EF4-FFF2-40B4-BE49-F238E27FC236}">
                <a16:creationId xmlns:a16="http://schemas.microsoft.com/office/drawing/2014/main" id="{A7EC80CB-850D-B57D-2885-24D9CC950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r>
              <a:rPr lang="en-US"/>
              <a:t>Lecture 12</a:t>
            </a:r>
            <a:br>
              <a:rPr lang="en-US" dirty="0"/>
            </a:br>
            <a:r>
              <a:rPr lang="en-US" dirty="0"/>
              <a:t>Image Inpainting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925AB-516E-BA4C-6AB2-FAA041E78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/>
              <a:t>ECE 1360/2360</a:t>
            </a:r>
            <a:br>
              <a:rPr lang="en-US" sz="3200" dirty="0"/>
            </a:br>
            <a:r>
              <a:rPr lang="en-US" sz="3200" dirty="0"/>
              <a:t>Image Processing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B0A0098-675E-E0C4-8109-2166A249C06F}"/>
              </a:ext>
            </a:extLst>
          </p:cNvPr>
          <p:cNvSpPr txBox="1">
            <a:spLocks/>
          </p:cNvSpPr>
          <p:nvPr/>
        </p:nvSpPr>
        <p:spPr>
          <a:xfrm>
            <a:off x="660981" y="374546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/>
              <a:t>Learning Objectives:</a:t>
            </a:r>
          </a:p>
          <a:p>
            <a:pPr algn="l"/>
            <a:r>
              <a:rPr lang="en-US" sz="3200" dirty="0"/>
              <a:t>	Diffusion based</a:t>
            </a:r>
          </a:p>
          <a:p>
            <a:pPr algn="l"/>
            <a:r>
              <a:rPr lang="en-US" sz="3200" dirty="0"/>
              <a:t>	Patch based</a:t>
            </a:r>
          </a:p>
          <a:p>
            <a:pPr algn="l"/>
            <a:r>
              <a:rPr lang="en-US" sz="3200" dirty="0"/>
              <a:t>	Video based</a:t>
            </a:r>
          </a:p>
          <a:p>
            <a:pPr algn="l"/>
            <a:r>
              <a:rPr lang="en-US" sz="3200" dirty="0"/>
              <a:t>	Deep-learning methods (</a:t>
            </a:r>
            <a:r>
              <a:rPr lang="en-US" sz="3200" dirty="0" err="1"/>
              <a:t>LaMa</a:t>
            </a:r>
            <a:r>
              <a:rPr lang="en-US" sz="3200" dirty="0"/>
              <a:t>)</a:t>
            </a:r>
          </a:p>
          <a:p>
            <a:pPr algn="l"/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7635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B75D-D1F1-34A6-A076-72BB0C78B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7F37A-688F-E9D9-03F0-1298EDE0B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geekyutao</a:t>
            </a:r>
            <a:r>
              <a:rPr lang="en-US" dirty="0"/>
              <a:t>/Image-Inpainting</a:t>
            </a:r>
          </a:p>
        </p:txBody>
      </p:sp>
    </p:spTree>
    <p:extLst>
      <p:ext uri="{BB962C8B-B14F-4D97-AF65-F5344CB8AC3E}">
        <p14:creationId xmlns:p14="http://schemas.microsoft.com/office/powerpoint/2010/main" val="3665883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>
            <a:extLst>
              <a:ext uri="{FF2B5EF4-FFF2-40B4-BE49-F238E27FC236}">
                <a16:creationId xmlns:a16="http://schemas.microsoft.com/office/drawing/2014/main" id="{90B230EF-28AF-A337-C921-7952999F5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76" y="0"/>
            <a:ext cx="5596128" cy="274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89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0C13-FED1-17E8-1155-815A1D73E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LaMa</a:t>
            </a:r>
            <a:br>
              <a:rPr lang="en-US" dirty="0"/>
            </a:br>
            <a:r>
              <a:rPr lang="en-US" b="0" i="0" u="sng" dirty="0">
                <a:effectLst/>
                <a:highlight>
                  <a:srgbClr val="FFFFFF"/>
                </a:highlight>
                <a:latin typeface="source-serif-pro"/>
                <a:hlinkClick r:id="rId2"/>
              </a:rPr>
              <a:t>research paper published in 2021</a:t>
            </a:r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 by Roman Suvorov et al.</a:t>
            </a:r>
            <a:endParaRPr lang="en-US" dirty="0"/>
          </a:p>
        </p:txBody>
      </p:sp>
      <p:pic>
        <p:nvPicPr>
          <p:cNvPr id="54274" name="Picture 2">
            <a:extLst>
              <a:ext uri="{FF2B5EF4-FFF2-40B4-BE49-F238E27FC236}">
                <a16:creationId xmlns:a16="http://schemas.microsoft.com/office/drawing/2014/main" id="{6479D1C6-1F36-A28F-39B2-5CEDFC008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91552"/>
            <a:ext cx="8668512" cy="4841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344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>
            <a:extLst>
              <a:ext uri="{FF2B5EF4-FFF2-40B4-BE49-F238E27FC236}">
                <a16:creationId xmlns:a16="http://schemas.microsoft.com/office/drawing/2014/main" id="{C30DBC00-357D-FFC6-4BF0-1F01C76BA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98525"/>
            <a:ext cx="12192000" cy="5059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7803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51</Words>
  <Application>Microsoft Macintosh PowerPoint</Application>
  <PresentationFormat>Widescreen</PresentationFormat>
  <Paragraphs>14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source-serif-pro</vt:lpstr>
      <vt:lpstr>Office Theme</vt:lpstr>
      <vt:lpstr>Lecture 12 Image Inpainting</vt:lpstr>
      <vt:lpstr>PowerPoint Presentation</vt:lpstr>
      <vt:lpstr>PowerPoint Presentation</vt:lpstr>
      <vt:lpstr>LaMa research paper published in 2021 by Roman Suvorov et al.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University of Pittsburgh University of Pittsburgh</dc:creator>
  <cp:lastModifiedBy>University of Pittsburgh University of Pittsburgh</cp:lastModifiedBy>
  <cp:revision>16</cp:revision>
  <dcterms:created xsi:type="dcterms:W3CDTF">2024-07-14T13:25:54Z</dcterms:created>
  <dcterms:modified xsi:type="dcterms:W3CDTF">2024-07-14T15:11:52Z</dcterms:modified>
</cp:coreProperties>
</file>
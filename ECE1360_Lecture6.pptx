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8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35"/>
    <p:restoredTop sz="94702"/>
  </p:normalViewPr>
  <p:slideViewPr>
    <p:cSldViewPr snapToGrid="0">
      <p:cViewPr varScale="1">
        <p:scale>
          <a:sx n="67" d="100"/>
          <a:sy n="67" d="100"/>
        </p:scale>
        <p:origin x="200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0C249-CFF4-8549-9C1D-83533EF6B8ED}" type="datetimeFigureOut">
              <a:rPr lang="en-US" smtClean="0"/>
              <a:t>7/14/24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A9E587-C2E9-8941-8108-1A76FC0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767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9E587-C2E9-8941-8108-1A76FC0A75C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764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FC13D-C485-B9D3-99EA-D80E4E9A91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ED7B23-2526-2A0B-6932-F92267ADD5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94BDB-E7E5-9910-C3EE-41DBC544A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03192-56E2-5809-7472-0D7F875DE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B67CD-EF3F-F857-D34F-777CACF3B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148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97195-1EBD-7BCB-3B5A-91AACBD3F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F9648-3F9A-316C-87DB-7EE7798CA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FCF31-6117-AB6E-42EC-0CB56F2D8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4C68E-F23A-A75B-5E8F-82B7E0135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7C07-39A5-0102-8B7C-D54FFEEAB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250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0FBF1-3B26-85B7-5B23-196D6D7AC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F26AA-12EA-8ABD-6EFD-D08F49B2D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98597-67E3-8944-18DE-66DCE81A5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04062-2D0B-BCFF-2512-CEB2B699E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F9974-00DC-799D-5A39-8C4455F5E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66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BE502-6CAF-3BF5-BD6B-065D6AAC9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FD2C5-EA3F-B247-6115-694CB50A27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C6E22-BDC4-EA3F-0157-4E70E0CA8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55765-826E-C08A-B1AE-7D0450E76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0ED42-71C9-96FD-9AC7-BBBB1E805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298970-A713-3810-1656-9A4974056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197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AEFE3-7F3D-1B88-EFDA-38CEB2490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9FB26-F14D-71C1-7811-FFF97C320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A1E4B-1C15-4FB7-4E18-041EB41BC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7C11D1-5A46-1743-FF30-5B7AA77149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39A520-D677-A0EC-79D6-F04D6C4847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23BA99-897A-0500-AE48-09E7B8C2C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E3C3F4-F2F2-C2AF-D951-2143C2AC1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081BF2-C18C-5BCE-8867-97369A7EA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86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803A-82FE-540F-04AD-04E5BC92E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2AE2E6-A597-C016-7335-DDE3857C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6C399-5561-EB63-F9FA-82FD2E4F8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B7DC75-D761-8046-6EA3-3C54C6602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946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0F3204-AE45-9D32-CF50-26F1909D7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BD95A8-B2D5-EADB-1C47-FFB19260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0A1BD-7287-A602-D01E-2E738D412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986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6E0CD-2F46-6818-C3F0-CCADAB2C1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ADD57-4C79-D6D0-FB66-51CEFBADB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B58AD-4B41-DA2A-70C5-3099BAA4B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3F0C8-41B5-BA77-0536-8BA68ED08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776A6-8636-3E77-9BE8-DADC09DBE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36611F-C2E8-BD14-00A5-38A56CB29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7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0ACF2-120D-5B4B-92E9-D6DDDB6E0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34234-27D3-8B30-B909-03E904DB24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F481E-39C7-E276-5FEC-6132C3F16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7F9A7-9755-B9B9-95CC-5F76F16D5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77145-B00A-818B-C157-539D33965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9EE6A-0692-79C1-4E2E-81960BE4E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55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67BE6-9453-29ED-002A-FEE3A328C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068097-9D96-7737-81FC-C8D04570D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4BA2E-E4E4-9C71-BA90-B81529C5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99529-4F7C-0023-1CBA-378E4F29F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C889C-7082-9C58-C006-A02D0F0EC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32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DCA38A-5858-C061-82D2-23AB59B0EA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1AB83F-1485-4E39-161D-4AD3FF8833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7C601-0843-EE91-EFA1-39AC6035B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99449-2C62-2B36-2F54-8C14C84FA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EBC43-AC1F-1AFF-9D37-9D0514CA7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314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DBBABD-0DF4-6ADE-361D-4FAE2F6C4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65B5A-9A96-CA1E-DE77-1E1269C1B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B0F49-17FE-CF85-22D1-CF2C477339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5ABE4-2438-57F3-F77E-B272A49E8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F92FD-D28C-396F-E86B-DDBB7E4D47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697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C80CB-850D-B57D-2885-24D9CC9509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387600"/>
          </a:xfrm>
        </p:spPr>
        <p:txBody>
          <a:bodyPr>
            <a:normAutofit/>
          </a:bodyPr>
          <a:lstStyle/>
          <a:p>
            <a:r>
              <a:rPr lang="en-US"/>
              <a:t>Lecture 6</a:t>
            </a:r>
            <a:br>
              <a:rPr lang="en-US" dirty="0"/>
            </a:br>
            <a:r>
              <a:rPr lang="en-US" dirty="0"/>
              <a:t>Segmentation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3925AB-516E-BA4C-6AB2-FAA041E78B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>
            <a:normAutofit/>
          </a:bodyPr>
          <a:lstStyle/>
          <a:p>
            <a:r>
              <a:rPr lang="en-US" sz="3200" dirty="0"/>
              <a:t>ECE 1360/2360</a:t>
            </a:r>
            <a:br>
              <a:rPr lang="en-US" sz="3200" dirty="0"/>
            </a:br>
            <a:r>
              <a:rPr lang="en-US" sz="3200" dirty="0"/>
              <a:t>Image Processing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B0A0098-675E-E0C4-8109-2166A249C06F}"/>
              </a:ext>
            </a:extLst>
          </p:cNvPr>
          <p:cNvSpPr txBox="1">
            <a:spLocks/>
          </p:cNvSpPr>
          <p:nvPr/>
        </p:nvSpPr>
        <p:spPr>
          <a:xfrm>
            <a:off x="660981" y="3745469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/>
              <a:t>Learning Objectives: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Erosion/Dilation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Watershed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Statistical region growing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Gaussian-mixture models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K-means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76350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17D47-3B9F-685A-1F4B-04C2BC759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87E41-3048-0695-87D2-81AA6543B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227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23</Words>
  <Application>Microsoft Macintosh PowerPoint</Application>
  <PresentationFormat>Widescreen</PresentationFormat>
  <Paragraphs>13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Lecture 6 Segmentation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University of Pittsburgh University of Pittsburgh</dc:creator>
  <cp:lastModifiedBy>University of Pittsburgh University of Pittsburgh</cp:lastModifiedBy>
  <cp:revision>6</cp:revision>
  <dcterms:created xsi:type="dcterms:W3CDTF">2024-07-14T13:25:54Z</dcterms:created>
  <dcterms:modified xsi:type="dcterms:W3CDTF">2024-07-14T14:35:35Z</dcterms:modified>
</cp:coreProperties>
</file>
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35"/>
    <p:restoredTop sz="94702"/>
  </p:normalViewPr>
  <p:slideViewPr>
    <p:cSldViewPr snapToGrid="0">
      <p:cViewPr varScale="1">
        <p:scale>
          <a:sx n="36" d="100"/>
          <a:sy n="36" d="100"/>
        </p:scale>
        <p:origin x="224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13</a:t>
            </a:r>
            <a:br>
              <a:rPr lang="en-US" dirty="0"/>
            </a:br>
            <a:r>
              <a:rPr lang="en-US" dirty="0"/>
              <a:t>Augmented Reality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1360/2360</a:t>
            </a:r>
            <a:br>
              <a:rPr lang="en-US" sz="3200" dirty="0"/>
            </a:br>
            <a:r>
              <a:rPr lang="en-US" sz="3200" dirty="0"/>
              <a:t>Image Processing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algn="l"/>
            <a:r>
              <a:rPr lang="en-US" sz="3200" dirty="0"/>
              <a:t>	Diffusion based</a:t>
            </a:r>
          </a:p>
          <a:p>
            <a:pPr algn="l"/>
            <a:r>
              <a:rPr lang="en-US" sz="3200" dirty="0"/>
              <a:t>	Patch based</a:t>
            </a:r>
          </a:p>
          <a:p>
            <a:pPr algn="l"/>
            <a:r>
              <a:rPr lang="en-US" sz="3200" dirty="0"/>
              <a:t>	Video based</a:t>
            </a:r>
          </a:p>
          <a:p>
            <a:pPr algn="l"/>
            <a:r>
              <a:rPr lang="en-US" sz="3200" dirty="0"/>
              <a:t>	Deep-learning methods (</a:t>
            </a:r>
            <a:r>
              <a:rPr lang="en-US" sz="3200" dirty="0" err="1"/>
              <a:t>LaMa</a:t>
            </a:r>
            <a:r>
              <a:rPr lang="en-US" sz="3200" dirty="0"/>
              <a:t>)</a:t>
            </a:r>
          </a:p>
          <a:p>
            <a:pPr algn="l"/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B75D-D1F1-34A6-A076-72BB0C78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F37A-688F-E9D9-03F0-1298EDE0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pyimagesearch.com</a:t>
            </a:r>
            <a:r>
              <a:rPr lang="en-US" dirty="0"/>
              <a:t>/2021/01/04/</a:t>
            </a:r>
            <a:r>
              <a:rPr lang="en-US" dirty="0" err="1"/>
              <a:t>opencv</a:t>
            </a:r>
            <a:r>
              <a:rPr lang="en-US" dirty="0"/>
              <a:t>-augmented-reality-</a:t>
            </a:r>
            <a:r>
              <a:rPr lang="en-US" dirty="0" err="1"/>
              <a:t>ar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665883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39</Words>
  <Application>Microsoft Macintosh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Lecture 13 Augmented Reality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17</cp:revision>
  <dcterms:created xsi:type="dcterms:W3CDTF">2024-07-14T13:25:54Z</dcterms:created>
  <dcterms:modified xsi:type="dcterms:W3CDTF">2024-07-14T15:14:14Z</dcterms:modified>
</cp:coreProperties>
</file>
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35"/>
    <p:restoredTop sz="94702"/>
  </p:normalViewPr>
  <p:slideViewPr>
    <p:cSldViewPr snapToGrid="0">
      <p:cViewPr varScale="1">
        <p:scale>
          <a:sx n="67" d="100"/>
          <a:sy n="67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8</a:t>
            </a:r>
            <a:br>
              <a:rPr lang="en-US" dirty="0"/>
            </a:br>
            <a:r>
              <a:rPr lang="en-US" dirty="0"/>
              <a:t>Image Feature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1360/2360</a:t>
            </a:r>
            <a:br>
              <a:rPr lang="en-US" sz="3200" dirty="0"/>
            </a:br>
            <a:r>
              <a:rPr lang="en-US" sz="3200" dirty="0"/>
              <a:t>Image Processing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0A0098-675E-E0C4-8109-2166A249C06F}"/>
              </a:ext>
            </a:extLst>
          </p:cNvPr>
          <p:cNvSpPr txBox="1">
            <a:spLocks/>
          </p:cNvSpPr>
          <p:nvPr/>
        </p:nvSpPr>
        <p:spPr>
          <a:xfrm>
            <a:off x="660981" y="37454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Learning Objectives: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Corner feature detection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ORB object (invariant to rotation/scale)</a:t>
            </a: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SIFT/SURF/ORB .???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Descriptors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ORB!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7D47-3B9F-685A-1F4B-04C2BC75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7E41-3048-0695-87D2-81AA6543B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Highlights</a:t>
            </a:r>
            <a:endParaRPr lang="en-US" sz="10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Corner Feature detection</a:t>
            </a: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sz="1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between features</a:t>
            </a: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Quality level</a:t>
            </a: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Highest score in entire image (dynamic range for detection)</a:t>
            </a: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 text vs images example</a:t>
            </a: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Areas where structure tensor eigenvalue is small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Canny Edge detection</a:t>
            </a: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Lower / upper thresh.   Weaker edges associated/connected with stronger edges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itchFamily="2" charset="2"/>
              <a:buChar char=""/>
            </a:pPr>
            <a:r>
              <a:rPr lang="en-US" sz="1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Bilinear filter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22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B8AC-A1F8-016C-75B9-761E6EF70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7CCED-4CB2-CC36-549A-85FDB110A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cv2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sys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numpy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PREVIEW 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0  </a:t>
            </a:r>
            <a:r>
              <a:rPr lang="en-US" sz="900" i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# Preview Mode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BLUR    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1  </a:t>
            </a:r>
            <a:r>
              <a:rPr lang="en-US" sz="900" i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# Blurring Filter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FEATURES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2  </a:t>
            </a:r>
            <a:r>
              <a:rPr lang="en-US" sz="900" i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# Corner Feature Detector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CANNY   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3  </a:t>
            </a:r>
            <a:r>
              <a:rPr lang="en-US" sz="900" i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# Canny Edge Detector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feature_params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dict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maxCorners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500,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qualityLevel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0.2,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minDistance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15,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blockSize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9)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s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0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len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sys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argv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)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1: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s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sys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argv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[1]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image_filter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PREVIEW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alive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win_name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"Camera Filters"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namedWindow(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win_name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,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WINDOW_NORMAL)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result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None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source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VideoCapture(s)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while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alive: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has_frame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, frame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source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read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not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has_frame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break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frame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flip(frame, 1)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image_filter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PREVIEW: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result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frame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elif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image_filter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CANNY: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result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Canny(frame, 80, 150)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elif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image_filter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BLUR: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result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blur(frame, (13, 13))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elif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image_filter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FEATURES: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result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frame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frame_gray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cvtColor(frame,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COLOR_BGR2GRAY)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corners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goodFeaturesToTrack(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frame_gray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**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feature_params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corners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is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not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None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x, 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numpy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float32(corners)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reshape(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-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1, 2):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       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circle(result, (x, y), 10, (0, 255, 0), 1)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imshow(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win_name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, result)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waitKey(1)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("Q")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("q")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27: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alive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False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elif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("C")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("c"):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image_filter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CANNY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elif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("B")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("b"):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image_filter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BLUR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elif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("F")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("f"):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image_filter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FEATURES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elif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("P")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key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ord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("p"):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image_filter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PREVIEW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source</a:t>
            </a:r>
            <a:r>
              <a:rPr lang="en-US" sz="900" b="1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release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cv2</a:t>
            </a:r>
            <a:r>
              <a:rPr lang="en-US" sz="900" b="1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destroyWindow(</a:t>
            </a:r>
            <a:r>
              <a:rPr lang="en-US" sz="900" dirty="0" err="1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win_name</a:t>
            </a:r>
            <a:r>
              <a:rPr lang="en-US" sz="900" dirty="0"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9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7144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541</Words>
  <Application>Microsoft Macintosh PowerPoint</Application>
  <PresentationFormat>Widescreen</PresentationFormat>
  <Paragraphs>88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Symbol</vt:lpstr>
      <vt:lpstr>var(--jp-code-font-family)</vt:lpstr>
      <vt:lpstr>Wingdings</vt:lpstr>
      <vt:lpstr>Office Theme</vt:lpstr>
      <vt:lpstr>Lecture 8 Image Feature Detection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University of Pittsburgh University of Pittsburgh</cp:lastModifiedBy>
  <cp:revision>8</cp:revision>
  <dcterms:created xsi:type="dcterms:W3CDTF">2024-07-14T13:25:54Z</dcterms:created>
  <dcterms:modified xsi:type="dcterms:W3CDTF">2024-07-14T14:43:32Z</dcterms:modified>
</cp:coreProperties>
</file>
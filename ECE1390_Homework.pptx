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2" r:id="rId2"/>
    <p:sldId id="356" r:id="rId3"/>
    <p:sldId id="342" r:id="rId4"/>
    <p:sldId id="343" r:id="rId5"/>
    <p:sldId id="344" r:id="rId6"/>
    <p:sldId id="345" r:id="rId7"/>
    <p:sldId id="346" r:id="rId8"/>
    <p:sldId id="347" r:id="rId9"/>
    <p:sldId id="348" r:id="rId10"/>
    <p:sldId id="349" r:id="rId11"/>
    <p:sldId id="350" r:id="rId12"/>
    <p:sldId id="351" r:id="rId13"/>
    <p:sldId id="352" r:id="rId14"/>
    <p:sldId id="353" r:id="rId15"/>
    <p:sldId id="354" r:id="rId16"/>
    <p:sldId id="35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86"/>
    <p:restoredTop sz="94686"/>
  </p:normalViewPr>
  <p:slideViewPr>
    <p:cSldViewPr snapToGrid="0">
      <p:cViewPr varScale="1">
        <p:scale>
          <a:sx n="99" d="100"/>
          <a:sy n="99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9/11/24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49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6A3B-E84F-F9FA-B8A0-8DE65DDC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DDC21-84F7-1A51-D7E4-E5A0C8A0F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8B921-168A-4294-543A-D9B2AAC56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27ACC-8AE0-B624-41CA-D87FE5BA0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26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35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9/11/24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862740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Registration &amp; Homography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Inpainting (Missing data)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4B708B-3D29-BA32-BFF5-812512843AD0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</p:spTree>
    <p:extLst>
      <p:ext uri="{BB962C8B-B14F-4D97-AF65-F5344CB8AC3E}">
        <p14:creationId xmlns:p14="http://schemas.microsoft.com/office/powerpoint/2010/main" val="120616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2C3EE-5347-9B48-CAE0-22834438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4687B1-E27C-C4A3-B85E-FBB702B7C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333659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HW 1 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00FF00"/>
                          </a:highlight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highlight>
                            <a:srgbClr val="00FF00"/>
                          </a:highlight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HW 2 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Registration &amp; </a:t>
                      </a:r>
                      <a:r>
                        <a:rPr lang="en-US" sz="1800" dirty="0" err="1">
                          <a:effectLst/>
                        </a:rPr>
                        <a:t>Homography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9B993CD8-C979-8658-6F14-F93089AC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8011A4-2AF2-4DD2-BF08-511F97E015C9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6C5E32-DAEE-AE15-7753-7874467F439C}"/>
              </a:ext>
            </a:extLst>
          </p:cNvPr>
          <p:cNvSpPr txBox="1"/>
          <p:nvPr/>
        </p:nvSpPr>
        <p:spPr>
          <a:xfrm>
            <a:off x="12028868" y="47909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74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345538"/>
              </p:ext>
            </p:extLst>
          </p:nvPr>
        </p:nvGraphicFramePr>
        <p:xfrm>
          <a:off x="441434" y="1608908"/>
          <a:ext cx="11062421" cy="5105124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Camera Calibration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(HW7)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139463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Compression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360844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Depth &amp; 3D Reconstruction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(HW8)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10/30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Haar Cascade Classifiers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(HW9)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updates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Harris Corners and Blobs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HOG and Custom Detectors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(HW10)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11/11/2024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Object Tracking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OCR Text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11/20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OpenCV DNN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(HW12)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12/4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Super Resolution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SLAM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effectLst/>
                        </a:rPr>
                        <a:t>MediaPipe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 commit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Projects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presentations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601069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C0153-823E-EEAC-BC2A-4D28E16C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HW0. Intro to OpenCV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189CC-BAD3-9EF5-7163-17EE7CE81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Examine and run the following code examples:</a:t>
            </a:r>
          </a:p>
          <a:p>
            <a:pPr lvl="1"/>
            <a:r>
              <a:rPr lang="en-US" dirty="0"/>
              <a:t> 01_Loading_Images.ipynb</a:t>
            </a:r>
          </a:p>
          <a:p>
            <a:pPr lvl="1"/>
            <a:r>
              <a:rPr lang="en-US" dirty="0"/>
              <a:t> 02_Basic_Manipulations.ipynb</a:t>
            </a:r>
          </a:p>
          <a:p>
            <a:pPr lvl="1"/>
            <a:r>
              <a:rPr lang="en-US" dirty="0"/>
              <a:t> 03_Annotating_Images.ipynb</a:t>
            </a:r>
          </a:p>
          <a:p>
            <a:pPr lvl="1"/>
            <a:r>
              <a:rPr lang="en-US" dirty="0"/>
              <a:t> 04_Image_Enhancement.ipynb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new notebook, do the following on your own: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Jupyter</a:t>
            </a:r>
            <a:r>
              <a:rPr lang="en-US" dirty="0"/>
              <a:t> notebook via VS Code</a:t>
            </a:r>
          </a:p>
          <a:p>
            <a:pPr lvl="1"/>
            <a:r>
              <a:rPr lang="en-US" dirty="0"/>
              <a:t>Load an (Grayscale) image  (‘../Data/</a:t>
            </a:r>
            <a:r>
              <a:rPr lang="en-US" dirty="0" err="1"/>
              <a:t>Lena.jpeg</a:t>
            </a:r>
            <a:r>
              <a:rPr lang="en-US" dirty="0"/>
              <a:t>’)</a:t>
            </a:r>
          </a:p>
          <a:p>
            <a:pPr lvl="1"/>
            <a:r>
              <a:rPr lang="en-US" dirty="0"/>
              <a:t>View image</a:t>
            </a:r>
          </a:p>
          <a:p>
            <a:pPr lvl="1"/>
            <a:r>
              <a:rPr lang="en-US" dirty="0"/>
              <a:t>Crop image</a:t>
            </a:r>
          </a:p>
          <a:p>
            <a:pPr lvl="1"/>
            <a:r>
              <a:rPr lang="en-US" dirty="0"/>
              <a:t>Edit brightness of image</a:t>
            </a:r>
          </a:p>
          <a:p>
            <a:pPr lvl="1"/>
            <a:r>
              <a:rPr lang="en-US" dirty="0"/>
              <a:t>Rotate image</a:t>
            </a:r>
          </a:p>
          <a:p>
            <a:pPr lvl="1"/>
            <a:r>
              <a:rPr lang="en-US" dirty="0"/>
              <a:t>Save modified image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536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HW1. Transforms/Filters/Color 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9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HW2. Filters/Image restoration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36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HW3. Edge detection and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449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HW4. </a:t>
            </a:r>
            <a:r>
              <a:rPr lang="en-US" dirty="0" err="1"/>
              <a:t>Morphalogical</a:t>
            </a:r>
            <a:r>
              <a:rPr lang="en-US" dirty="0"/>
              <a:t>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477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HW5. Image registration/</a:t>
            </a:r>
            <a:r>
              <a:rPr lang="en-US" dirty="0" err="1"/>
              <a:t>homography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56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HW6. HDR and Panoramas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702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HW7. Camera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79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HW8. Depth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32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HW9. Classifiers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851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HW10. Custom detectors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616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HW11. OCR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407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HW12. OpenCV DNN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965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5259</TotalTime>
  <Words>666</Words>
  <Application>Microsoft Macintosh PowerPoint</Application>
  <PresentationFormat>Widescreen</PresentationFormat>
  <Paragraphs>259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Syllabus</vt:lpstr>
      <vt:lpstr>Syllabus</vt:lpstr>
      <vt:lpstr>Syllabus</vt:lpstr>
      <vt:lpstr>HW0. Intro to OpenCV  </vt:lpstr>
      <vt:lpstr>HW1. Transforms/Filters/Color spaces</vt:lpstr>
      <vt:lpstr>HW2. Filters/Image restoration</vt:lpstr>
      <vt:lpstr>HW3. Edge detection and segmentation</vt:lpstr>
      <vt:lpstr>HW4. Morphalogical segmentation</vt:lpstr>
      <vt:lpstr>HW5. Image registration/homography</vt:lpstr>
      <vt:lpstr>HW6. HDR and Panoramas</vt:lpstr>
      <vt:lpstr>HW7. Camera Calibration</vt:lpstr>
      <vt:lpstr>HW8. Depth estimation</vt:lpstr>
      <vt:lpstr>HW9. Classifiers</vt:lpstr>
      <vt:lpstr>HW10. Custom detectors</vt:lpstr>
      <vt:lpstr>HW11. OCR</vt:lpstr>
      <vt:lpstr>HW12. OpenCV DNN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University of Pittsburgh University of Pittsburgh</cp:lastModifiedBy>
  <cp:revision>22</cp:revision>
  <dcterms:created xsi:type="dcterms:W3CDTF">2024-07-14T13:25:54Z</dcterms:created>
  <dcterms:modified xsi:type="dcterms:W3CDTF">2024-09-11T20:21:05Z</dcterms:modified>
</cp:coreProperties>
</file>